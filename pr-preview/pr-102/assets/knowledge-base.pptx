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9957" y="551657"/>
            <a:ext cx="326440" cy="205191"/>
          </a:xfrm>
          <a:prstGeom prst="roundRect">
            <a:avLst>
              <a:gd name="adj" fmla="val 25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11686" y="523676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External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51105" y="551657"/>
            <a:ext cx="326440" cy="205191"/>
          </a:xfrm>
          <a:prstGeom prst="roundRect">
            <a:avLst>
              <a:gd name="adj" fmla="val 25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2834" y="523676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DSAgt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44461" y="551657"/>
            <a:ext cx="326440" cy="205191"/>
          </a:xfrm>
          <a:prstGeom prst="roundRect">
            <a:avLst>
              <a:gd name="adj" fmla="val 25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190" y="523676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DSAgt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64259" y="924732"/>
            <a:ext cx="1436339" cy="746150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0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114" y="2183861"/>
            <a:ext cx="2341046" cy="802111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000000"/>
                </a:solidFill>
              </a:rPr>
              <a:t>User Documents</a:t>
            </a:r>
          </a:p>
          <a:p>
            <a:pPr algn="ctr"/>
            <a:r>
              <a:rPr sz="900" b="0">
                <a:solidFill>
                  <a:srgbClr val="000000"/>
                </a:solidFill>
              </a:rPr>
              <a:t>papers · protocols · schemas</a:t>
            </a:r>
          </a:p>
          <a:p>
            <a:pPr algn="ctr"/>
            <a:r>
              <a:rPr sz="900" b="0">
                <a:solidFill>
                  <a:srgbClr val="000000"/>
                </a:solidFill>
              </a:rPr>
              <a:t>standards · repositories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43493" y="2211842"/>
            <a:ext cx="3077870" cy="774131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0">
                <a:solidFill>
                  <a:srgbClr val="000000"/>
                </a:solidFill>
                <a:latin typeface="Courier New"/>
              </a:rPr>
              <a:t>KnowledgeBase</a:t>
            </a:r>
          </a:p>
          <a:p>
            <a:pPr algn="ctr"/>
            <a:r>
              <a:rPr sz="900" b="0">
                <a:solidFill>
                  <a:srgbClr val="000000"/>
                </a:solidFill>
              </a:rPr>
              <a:t>hybrid retrieval · RRF fusion</a:t>
            </a:r>
          </a:p>
          <a:p>
            <a:pPr algn="ctr"/>
            <a:r>
              <a:rPr sz="900" b="0">
                <a:solidFill>
                  <a:srgbClr val="000000"/>
                </a:solidFill>
              </a:rPr>
              <a:t>optional cross-encoder rerank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7901" y="794156"/>
            <a:ext cx="2891332" cy="1912010"/>
          </a:xfrm>
          <a:prstGeom prst="roundRect">
            <a:avLst>
              <a:gd name="adj" fmla="val 6000"/>
            </a:avLst>
          </a:prstGeom>
          <a:noFill/>
          <a:ln w="19050">
            <a:solidFill>
              <a:srgbClr val="B3B3B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8288" bIns="18288"/>
          <a:lstStyle/>
          <a:p>
            <a:pPr algn="ctr"/>
            <a:r>
              <a:rPr sz="950" b="1">
                <a:solidFill>
                  <a:srgbClr val="333333"/>
                </a:solidFill>
              </a:rPr>
              <a:t>inside each searched collection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7805" y="1493672"/>
            <a:ext cx="1287109" cy="438363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</a:rPr>
              <a:t>dense</a:t>
            </a:r>
          </a:p>
          <a:p>
            <a:pPr algn="ctr"/>
            <a:r>
              <a:rPr sz="750" b="0">
                <a:solidFill>
                  <a:srgbClr val="000000"/>
                </a:solidFill>
              </a:rPr>
              <a:t>vector similarity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474817" y="1493672"/>
            <a:ext cx="1147206" cy="438363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</a:rPr>
              <a:t>BM25</a:t>
            </a:r>
          </a:p>
          <a:p>
            <a:pPr algn="ctr"/>
            <a:r>
              <a:rPr sz="750" b="0">
                <a:solidFill>
                  <a:srgbClr val="000000"/>
                </a:solidFill>
              </a:rPr>
              <a:t>keyword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5688" y="2258476"/>
            <a:ext cx="2322393" cy="289133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</a:rPr>
              <a:t>RRF merge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91359" y="1932035"/>
            <a:ext cx="0" cy="326441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043757" y="1932035"/>
            <a:ext cx="0" cy="326441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765" y="4357024"/>
            <a:ext cx="10511393" cy="1958644"/>
          </a:xfrm>
          <a:prstGeom prst="roundRect">
            <a:avLst>
              <a:gd name="adj" fmla="val 4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6591" y="4468947"/>
            <a:ext cx="502920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 b="1">
                <a:solidFill>
                  <a:srgbClr val="000000"/>
                </a:solidFill>
              </a:rPr>
              <a:t>ChromaDB</a:t>
            </a:r>
            <a:r>
              <a:rPr sz="950">
                <a:solidFill>
                  <a:srgbClr val="000000"/>
                </a:solidFill>
              </a:rPr>
              <a:t>    one store · one embedder · partitioned collections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148" y="5355000"/>
            <a:ext cx="2098548" cy="401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</a:rPr>
              <a:t>AI-ready data references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38214" y="5355000"/>
            <a:ext cx="1566915" cy="401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</a:rPr>
              <a:t>⟨your collections⟩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10321" y="5355000"/>
            <a:ext cx="979322" cy="401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  <a:latin typeface="Courier New"/>
              </a:rPr>
              <a:t>codes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50796" y="5355000"/>
            <a:ext cx="1650857" cy="401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  <a:latin typeface="Courier New"/>
              </a:rPr>
              <a:t>skills_catalog__*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1557" y="5355000"/>
            <a:ext cx="1566915" cy="401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  <a:latin typeface="Courier New"/>
              </a:rPr>
              <a:t>session_memory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67030" y="5355000"/>
            <a:ext cx="997976" cy="401055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50" b="0">
                <a:solidFill>
                  <a:srgbClr val="000000"/>
                </a:solidFill>
                <a:latin typeface="Courier New"/>
              </a:rPr>
              <a:t>code_use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777" y="5879866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e.g. AIDRIN · NeMo docs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67959" y="5879866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domain knowledge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8614" y="5879866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registry · skills · memory · provenance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82429" y="1670883"/>
            <a:ext cx="0" cy="540959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294351" y="1822673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1">
                <a:solidFill>
                  <a:srgbClr val="464646"/>
                </a:solidFill>
              </a:rPr>
              <a:t>MCP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52161" y="2594244"/>
            <a:ext cx="2891332" cy="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34787" y="2020549"/>
            <a:ext cx="2926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  <a:latin typeface="Courier New"/>
              </a:rPr>
              <a:t>kb_ingest</a:t>
            </a:r>
            <a:r>
              <a:rPr sz="950" i="1">
                <a:solidFill>
                  <a:srgbClr val="464646"/>
                </a:solidFill>
              </a:rPr>
              <a:t>: new collection</a:t>
            </a:r>
          </a:p>
          <a:p>
            <a:pPr algn="ctr"/>
            <a:r>
              <a:rPr sz="950" i="1">
                <a:solidFill>
                  <a:srgbClr val="464646"/>
                </a:solidFill>
                <a:latin typeface="Courier New"/>
              </a:rPr>
              <a:t>kb_append</a:t>
            </a:r>
            <a:r>
              <a:rPr sz="950" i="1">
                <a:solidFill>
                  <a:srgbClr val="464646"/>
                </a:solidFill>
              </a:rPr>
              <a:t>: add files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34787" y="2708727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background jobs · </a:t>
            </a:r>
            <a:r>
              <a:rPr sz="950" i="1">
                <a:solidFill>
                  <a:srgbClr val="464646"/>
                </a:solidFill>
                <a:latin typeface="Courier New"/>
              </a:rPr>
              <a:t>kb_job_status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82429" y="2985973"/>
            <a:ext cx="0" cy="1371051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294351" y="3482858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1">
                <a:solidFill>
                  <a:srgbClr val="464646"/>
                </a:solidFill>
                <a:latin typeface="Courier New"/>
              </a:rPr>
              <a:t>kb_search</a:t>
            </a:r>
            <a:r>
              <a:rPr sz="950" i="1">
                <a:solidFill>
                  <a:srgbClr val="464646"/>
                </a:solidFill>
              </a:rPr>
              <a:t> · </a:t>
            </a:r>
            <a:r>
              <a:rPr sz="950" i="1">
                <a:solidFill>
                  <a:srgbClr val="464646"/>
                </a:solidFill>
                <a:latin typeface="Courier New"/>
              </a:rPr>
              <a:t>kb_list_collections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87048" y="2985973"/>
            <a:ext cx="0" cy="578266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4421672" y="3564239"/>
            <a:ext cx="1865376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421672" y="3564239"/>
            <a:ext cx="0" cy="1790761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14109" y="3296320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chunk · embed ·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