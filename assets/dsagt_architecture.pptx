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532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8"/>
  </p:normalViewPr>
  <p:slideViewPr>
    <p:cSldViewPr snapToGrid="0">
      <p:cViewPr varScale="1">
        <p:scale>
          <a:sx n="106" d="100"/>
          <a:sy n="106" d="100"/>
        </p:scale>
        <p:origin x="3960" y="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C13F5-1267-EE8D-7A4E-E08E14BBF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32A7F3-DC6E-FC80-AB9F-76EE90082B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D7DB2-C80B-3515-A6CE-DC64287ED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7F98-5374-2644-9960-935AA486270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D2F9F-928A-715A-F4FF-1C0FC1378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655B0-C663-CE38-811D-AD490BC6A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BE96-4F21-3744-84D1-4299B3E2D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2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EFA7-BC7F-4BBA-8263-1CBFCAB30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F1074-3EC6-2CD3-231A-97CFDAB71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43EFB-A574-0835-1092-8C89A7556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7F98-5374-2644-9960-935AA486270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14F04-A181-512B-EDCA-CA563430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E372-C1B1-21C8-9EF9-BB8C8E1E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BE96-4F21-3744-84D1-4299B3E2D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3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AF9F2-E457-1571-7B00-E9D82837E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6E88F-BE98-3AC4-3769-CF45EEADA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50468-9D46-34EE-073F-20D682A33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7F98-5374-2644-9960-935AA486270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2CC5E-178A-D7F0-5C3B-1373FFF71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46509-80AE-169D-5DB0-0B3DE3D6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BE96-4F21-3744-84D1-4299B3E2D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98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347E7-7A9E-7EE5-E0F9-75582308E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37E14-26B3-C3AC-209A-460354AD9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43D95-7434-AB95-1707-E1DC9092D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AE0AD-1F21-9021-666C-0023139AE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7F98-5374-2644-9960-935AA486270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71CA6-EFB5-33D2-3435-BF73C24CC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B9C57-40E9-B2EC-7976-5DE6256E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BE96-4F21-3744-84D1-4299B3E2D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58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6F348-51D8-954D-EAD3-4F5AAD33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AF913-1E7D-6886-0738-965EBCDE7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09D3F-DEA3-3693-B333-187478458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313757-0D46-F2B4-E00E-46614FF61A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46904D-EE15-26A9-6F08-7E736BBDF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100E38-0CE0-F544-3B4E-016D75C25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7F98-5374-2644-9960-935AA486270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698B6E-174C-13D7-37DB-ED8682C37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33513-DFBE-F174-1FB9-6253CF735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BE96-4F21-3744-84D1-4299B3E2D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20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8415B-3A99-E9A0-CEA9-B3ECC01FC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849A14-37CA-A3F6-BED2-4DBD3C0A4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7F98-5374-2644-9960-935AA486270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3A4FE-B43B-4BF9-0449-94970AA07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B4E78-D13F-675D-A4BE-260AF2EF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BE96-4F21-3744-84D1-4299B3E2D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86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1AA619-C7E2-CBDD-3921-61B648883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7F98-5374-2644-9960-935AA486270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71AD04-FC5F-F8B3-DC8D-D3A20AF95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6CD31-BB6D-6B99-187F-D6A71DDE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BE96-4F21-3744-84D1-4299B3E2D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65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5B52F-41DD-B8C4-FAA8-94BCFC474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1937F-0C2D-7DC1-6553-66C01E604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98251-E479-878E-637A-E594D0274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026F8-608D-3414-30DD-330F8CC65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7F98-5374-2644-9960-935AA486270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54C34-60E9-ACBF-B503-5D3160A81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293FB-8F3D-EE56-4CD8-19BE9B6E2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BE96-4F21-3744-84D1-4299B3E2D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28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1E17B-39EE-BE0D-152E-48FB4C5B4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EF4F4A-FE1D-CAD2-09DD-9D0627095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82193F-DAD4-B0B6-9DBE-D9AC7EBCF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19ACA-F68E-7193-947C-C08DFC931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7F98-5374-2644-9960-935AA486270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0286D-F5E5-A4F6-83FE-92C993826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6DF96-4A73-0B28-2784-052850EC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BE96-4F21-3744-84D1-4299B3E2D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10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2C2D5-8D26-74F7-863F-829E51436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3F005-9696-828A-F57A-8CB510E0A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066DD-4F97-1013-C857-932EB7E7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7F98-5374-2644-9960-935AA486270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2DA4B-D922-6EAB-3CC4-B0CD9EC1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3B832-2A10-61C7-C3CD-2EE973495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BE96-4F21-3744-84D1-4299B3E2D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58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307F2C-8D89-E32D-524B-CA57AA33E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FBFA2F-5060-CBBB-52E5-4460303FC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B9E18-01DA-CB7E-D23C-781A0AFE3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7F98-5374-2644-9960-935AA486270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51467-0530-5BF3-C3BD-90BED8078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593A6-A726-3B02-3AD2-A4CD0B12F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BE96-4F21-3744-84D1-4299B3E2D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11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D35D9C-F613-5D80-9814-27E7558C9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51751-4D7A-C879-FFE5-339E20630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E98C3-EEF7-B57C-1A64-D97D5B4F0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F47F98-5374-2644-9960-935AA486270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2A468-FB0D-39FE-C45F-51A327EE1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F9184-F0C8-E146-E645-0D6491C34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C0BE96-4F21-3744-84D1-4299B3E2D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6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C9EF6-8CF9-FE52-0A6B-4BE0428298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BF44B-5560-CBB9-F7E5-9A029432E1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5D675341-E725-6B77-6F0A-8F4E00A1A107}"/>
              </a:ext>
            </a:extLst>
          </p:cNvPr>
          <p:cNvSpPr/>
          <p:nvPr/>
        </p:nvSpPr>
        <p:spPr>
          <a:xfrm>
            <a:off x="1167321" y="3236113"/>
            <a:ext cx="8394965" cy="111750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4863830"/>
                      <a:gd name="csY0" fmla="*/ 237522 h 1425102"/>
                      <a:gd name="csX1" fmla="*/ 237522 w 4863830"/>
                      <a:gd name="csY1" fmla="*/ 0 h 1425102"/>
                      <a:gd name="csX2" fmla="*/ 864491 w 4863830"/>
                      <a:gd name="csY2" fmla="*/ 0 h 1425102"/>
                      <a:gd name="csX3" fmla="*/ 1403685 w 4863830"/>
                      <a:gd name="csY3" fmla="*/ 0 h 1425102"/>
                      <a:gd name="csX4" fmla="*/ 2074542 w 4863830"/>
                      <a:gd name="csY4" fmla="*/ 0 h 1425102"/>
                      <a:gd name="csX5" fmla="*/ 2613736 w 4863830"/>
                      <a:gd name="csY5" fmla="*/ 0 h 1425102"/>
                      <a:gd name="csX6" fmla="*/ 3284593 w 4863830"/>
                      <a:gd name="csY6" fmla="*/ 0 h 1425102"/>
                      <a:gd name="csX7" fmla="*/ 3779899 w 4863830"/>
                      <a:gd name="csY7" fmla="*/ 0 h 1425102"/>
                      <a:gd name="csX8" fmla="*/ 4626308 w 4863830"/>
                      <a:gd name="csY8" fmla="*/ 0 h 1425102"/>
                      <a:gd name="csX9" fmla="*/ 4863830 w 4863830"/>
                      <a:gd name="csY9" fmla="*/ 237522 h 1425102"/>
                      <a:gd name="csX10" fmla="*/ 4863830 w 4863830"/>
                      <a:gd name="csY10" fmla="*/ 712551 h 1425102"/>
                      <a:gd name="csX11" fmla="*/ 4863830 w 4863830"/>
                      <a:gd name="csY11" fmla="*/ 1187580 h 1425102"/>
                      <a:gd name="csX12" fmla="*/ 4626308 w 4863830"/>
                      <a:gd name="csY12" fmla="*/ 1425102 h 1425102"/>
                      <a:gd name="csX13" fmla="*/ 4087114 w 4863830"/>
                      <a:gd name="csY13" fmla="*/ 1425102 h 1425102"/>
                      <a:gd name="csX14" fmla="*/ 3504033 w 4863830"/>
                      <a:gd name="csY14" fmla="*/ 1425102 h 1425102"/>
                      <a:gd name="csX15" fmla="*/ 2877063 w 4863830"/>
                      <a:gd name="csY15" fmla="*/ 1425102 h 1425102"/>
                      <a:gd name="csX16" fmla="*/ 2337870 w 4863830"/>
                      <a:gd name="csY16" fmla="*/ 1425102 h 1425102"/>
                      <a:gd name="csX17" fmla="*/ 1623124 w 4863830"/>
                      <a:gd name="csY17" fmla="*/ 1425102 h 1425102"/>
                      <a:gd name="csX18" fmla="*/ 996155 w 4863830"/>
                      <a:gd name="csY18" fmla="*/ 1425102 h 1425102"/>
                      <a:gd name="csX19" fmla="*/ 237522 w 4863830"/>
                      <a:gd name="csY19" fmla="*/ 1425102 h 1425102"/>
                      <a:gd name="csX20" fmla="*/ 0 w 4863830"/>
                      <a:gd name="csY20" fmla="*/ 1187580 h 1425102"/>
                      <a:gd name="csX21" fmla="*/ 0 w 4863830"/>
                      <a:gd name="csY21" fmla="*/ 693550 h 1425102"/>
                      <a:gd name="csX22" fmla="*/ 0 w 4863830"/>
                      <a:gd name="csY22" fmla="*/ 237522 h 142510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</a:cxnLst>
                    <a:rect l="l" t="t" r="r" b="b"/>
                    <a:pathLst>
                      <a:path w="4863830" h="1425102" fill="none" extrusionOk="0">
                        <a:moveTo>
                          <a:pt x="0" y="237522"/>
                        </a:moveTo>
                        <a:cubicBezTo>
                          <a:pt x="-10487" y="105749"/>
                          <a:pt x="118933" y="10840"/>
                          <a:pt x="237522" y="0"/>
                        </a:cubicBezTo>
                        <a:cubicBezTo>
                          <a:pt x="502091" y="7137"/>
                          <a:pt x="618849" y="25678"/>
                          <a:pt x="864491" y="0"/>
                        </a:cubicBezTo>
                        <a:cubicBezTo>
                          <a:pt x="1110133" y="-25678"/>
                          <a:pt x="1244362" y="-2395"/>
                          <a:pt x="1403685" y="0"/>
                        </a:cubicBezTo>
                        <a:cubicBezTo>
                          <a:pt x="1563008" y="2395"/>
                          <a:pt x="1899285" y="20247"/>
                          <a:pt x="2074542" y="0"/>
                        </a:cubicBezTo>
                        <a:cubicBezTo>
                          <a:pt x="2249799" y="-20247"/>
                          <a:pt x="2457330" y="9039"/>
                          <a:pt x="2613736" y="0"/>
                        </a:cubicBezTo>
                        <a:cubicBezTo>
                          <a:pt x="2770142" y="-9039"/>
                          <a:pt x="3134218" y="-2542"/>
                          <a:pt x="3284593" y="0"/>
                        </a:cubicBezTo>
                        <a:cubicBezTo>
                          <a:pt x="3434968" y="2542"/>
                          <a:pt x="3610129" y="8840"/>
                          <a:pt x="3779899" y="0"/>
                        </a:cubicBezTo>
                        <a:cubicBezTo>
                          <a:pt x="3949669" y="-8840"/>
                          <a:pt x="4324366" y="-36206"/>
                          <a:pt x="4626308" y="0"/>
                        </a:cubicBezTo>
                        <a:cubicBezTo>
                          <a:pt x="4775707" y="16894"/>
                          <a:pt x="4890531" y="90377"/>
                          <a:pt x="4863830" y="237522"/>
                        </a:cubicBezTo>
                        <a:cubicBezTo>
                          <a:pt x="4860652" y="400829"/>
                          <a:pt x="4843691" y="490914"/>
                          <a:pt x="4863830" y="712551"/>
                        </a:cubicBezTo>
                        <a:cubicBezTo>
                          <a:pt x="4883969" y="934188"/>
                          <a:pt x="4863166" y="959564"/>
                          <a:pt x="4863830" y="1187580"/>
                        </a:cubicBezTo>
                        <a:cubicBezTo>
                          <a:pt x="4880853" y="1314254"/>
                          <a:pt x="4755907" y="1436053"/>
                          <a:pt x="4626308" y="1425102"/>
                        </a:cubicBezTo>
                        <a:cubicBezTo>
                          <a:pt x="4408002" y="1429786"/>
                          <a:pt x="4251914" y="1430471"/>
                          <a:pt x="4087114" y="1425102"/>
                        </a:cubicBezTo>
                        <a:cubicBezTo>
                          <a:pt x="3922314" y="1419733"/>
                          <a:pt x="3722971" y="1417319"/>
                          <a:pt x="3504033" y="1425102"/>
                        </a:cubicBezTo>
                        <a:cubicBezTo>
                          <a:pt x="3285095" y="1432885"/>
                          <a:pt x="3009540" y="1424330"/>
                          <a:pt x="2877063" y="1425102"/>
                        </a:cubicBezTo>
                        <a:cubicBezTo>
                          <a:pt x="2744586" y="1425875"/>
                          <a:pt x="2551510" y="1419760"/>
                          <a:pt x="2337870" y="1425102"/>
                        </a:cubicBezTo>
                        <a:cubicBezTo>
                          <a:pt x="2124230" y="1430444"/>
                          <a:pt x="1787029" y="1449389"/>
                          <a:pt x="1623124" y="1425102"/>
                        </a:cubicBezTo>
                        <a:cubicBezTo>
                          <a:pt x="1459219" y="1400815"/>
                          <a:pt x="1233167" y="1410292"/>
                          <a:pt x="996155" y="1425102"/>
                        </a:cubicBezTo>
                        <a:cubicBezTo>
                          <a:pt x="759143" y="1439912"/>
                          <a:pt x="487395" y="1394160"/>
                          <a:pt x="237522" y="1425102"/>
                        </a:cubicBezTo>
                        <a:cubicBezTo>
                          <a:pt x="91982" y="1408672"/>
                          <a:pt x="3779" y="1314671"/>
                          <a:pt x="0" y="1187580"/>
                        </a:cubicBezTo>
                        <a:cubicBezTo>
                          <a:pt x="16235" y="1007091"/>
                          <a:pt x="22562" y="938687"/>
                          <a:pt x="0" y="693550"/>
                        </a:cubicBezTo>
                        <a:cubicBezTo>
                          <a:pt x="-22562" y="448413"/>
                          <a:pt x="-4095" y="361935"/>
                          <a:pt x="0" y="237522"/>
                        </a:cubicBezTo>
                        <a:close/>
                      </a:path>
                      <a:path w="4863830" h="1425102" stroke="0" extrusionOk="0">
                        <a:moveTo>
                          <a:pt x="0" y="237522"/>
                        </a:moveTo>
                        <a:cubicBezTo>
                          <a:pt x="-21666" y="92978"/>
                          <a:pt x="83487" y="8578"/>
                          <a:pt x="237522" y="0"/>
                        </a:cubicBezTo>
                        <a:cubicBezTo>
                          <a:pt x="543524" y="-14728"/>
                          <a:pt x="779120" y="22643"/>
                          <a:pt x="952267" y="0"/>
                        </a:cubicBezTo>
                        <a:cubicBezTo>
                          <a:pt x="1125415" y="-22643"/>
                          <a:pt x="1248184" y="-6434"/>
                          <a:pt x="1535349" y="0"/>
                        </a:cubicBezTo>
                        <a:cubicBezTo>
                          <a:pt x="1822514" y="6434"/>
                          <a:pt x="1818671" y="-6420"/>
                          <a:pt x="2074542" y="0"/>
                        </a:cubicBezTo>
                        <a:cubicBezTo>
                          <a:pt x="2330413" y="6420"/>
                          <a:pt x="2456353" y="2437"/>
                          <a:pt x="2745400" y="0"/>
                        </a:cubicBezTo>
                        <a:cubicBezTo>
                          <a:pt x="3034447" y="-2437"/>
                          <a:pt x="3042311" y="1180"/>
                          <a:pt x="3328481" y="0"/>
                        </a:cubicBezTo>
                        <a:cubicBezTo>
                          <a:pt x="3614651" y="-1180"/>
                          <a:pt x="3795979" y="31755"/>
                          <a:pt x="4043226" y="0"/>
                        </a:cubicBezTo>
                        <a:cubicBezTo>
                          <a:pt x="4290473" y="-31755"/>
                          <a:pt x="4353845" y="-11696"/>
                          <a:pt x="4626308" y="0"/>
                        </a:cubicBezTo>
                        <a:cubicBezTo>
                          <a:pt x="4752776" y="7794"/>
                          <a:pt x="4847992" y="87972"/>
                          <a:pt x="4863830" y="237522"/>
                        </a:cubicBezTo>
                        <a:cubicBezTo>
                          <a:pt x="4868524" y="350180"/>
                          <a:pt x="4843280" y="594240"/>
                          <a:pt x="4863830" y="693550"/>
                        </a:cubicBezTo>
                        <a:cubicBezTo>
                          <a:pt x="4884380" y="792860"/>
                          <a:pt x="4843118" y="978889"/>
                          <a:pt x="4863830" y="1187580"/>
                        </a:cubicBezTo>
                        <a:cubicBezTo>
                          <a:pt x="4871417" y="1311263"/>
                          <a:pt x="4778086" y="1411820"/>
                          <a:pt x="4626308" y="1425102"/>
                        </a:cubicBezTo>
                        <a:cubicBezTo>
                          <a:pt x="4323091" y="1405161"/>
                          <a:pt x="4163205" y="1430564"/>
                          <a:pt x="3999339" y="1425102"/>
                        </a:cubicBezTo>
                        <a:cubicBezTo>
                          <a:pt x="3835473" y="1419640"/>
                          <a:pt x="3637513" y="1440842"/>
                          <a:pt x="3460145" y="1425102"/>
                        </a:cubicBezTo>
                        <a:cubicBezTo>
                          <a:pt x="3282777" y="1409362"/>
                          <a:pt x="2994624" y="1452773"/>
                          <a:pt x="2833175" y="1425102"/>
                        </a:cubicBezTo>
                        <a:cubicBezTo>
                          <a:pt x="2671726" y="1397432"/>
                          <a:pt x="2328177" y="1449328"/>
                          <a:pt x="2118430" y="1425102"/>
                        </a:cubicBezTo>
                        <a:cubicBezTo>
                          <a:pt x="1908684" y="1400876"/>
                          <a:pt x="1758147" y="1419303"/>
                          <a:pt x="1491461" y="1425102"/>
                        </a:cubicBezTo>
                        <a:cubicBezTo>
                          <a:pt x="1224775" y="1430901"/>
                          <a:pt x="1096377" y="1406013"/>
                          <a:pt x="996155" y="1425102"/>
                        </a:cubicBezTo>
                        <a:cubicBezTo>
                          <a:pt x="895933" y="1444191"/>
                          <a:pt x="545252" y="1398686"/>
                          <a:pt x="237522" y="1425102"/>
                        </a:cubicBezTo>
                        <a:cubicBezTo>
                          <a:pt x="113778" y="1420691"/>
                          <a:pt x="-13291" y="1339861"/>
                          <a:pt x="0" y="1187580"/>
                        </a:cubicBezTo>
                        <a:cubicBezTo>
                          <a:pt x="-19678" y="1025307"/>
                          <a:pt x="-7216" y="844288"/>
                          <a:pt x="0" y="722052"/>
                        </a:cubicBezTo>
                        <a:cubicBezTo>
                          <a:pt x="7216" y="599816"/>
                          <a:pt x="23929" y="367063"/>
                          <a:pt x="0" y="2375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0091457-BBF2-09B7-AEC5-55099A21E50A}"/>
              </a:ext>
            </a:extLst>
          </p:cNvPr>
          <p:cNvSpPr/>
          <p:nvPr/>
        </p:nvSpPr>
        <p:spPr>
          <a:xfrm>
            <a:off x="2334638" y="2013626"/>
            <a:ext cx="4675761" cy="1074737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4863830"/>
                      <a:gd name="csY0" fmla="*/ 237522 h 1425102"/>
                      <a:gd name="csX1" fmla="*/ 237522 w 4863830"/>
                      <a:gd name="csY1" fmla="*/ 0 h 1425102"/>
                      <a:gd name="csX2" fmla="*/ 864491 w 4863830"/>
                      <a:gd name="csY2" fmla="*/ 0 h 1425102"/>
                      <a:gd name="csX3" fmla="*/ 1403685 w 4863830"/>
                      <a:gd name="csY3" fmla="*/ 0 h 1425102"/>
                      <a:gd name="csX4" fmla="*/ 2074542 w 4863830"/>
                      <a:gd name="csY4" fmla="*/ 0 h 1425102"/>
                      <a:gd name="csX5" fmla="*/ 2613736 w 4863830"/>
                      <a:gd name="csY5" fmla="*/ 0 h 1425102"/>
                      <a:gd name="csX6" fmla="*/ 3284593 w 4863830"/>
                      <a:gd name="csY6" fmla="*/ 0 h 1425102"/>
                      <a:gd name="csX7" fmla="*/ 3779899 w 4863830"/>
                      <a:gd name="csY7" fmla="*/ 0 h 1425102"/>
                      <a:gd name="csX8" fmla="*/ 4626308 w 4863830"/>
                      <a:gd name="csY8" fmla="*/ 0 h 1425102"/>
                      <a:gd name="csX9" fmla="*/ 4863830 w 4863830"/>
                      <a:gd name="csY9" fmla="*/ 237522 h 1425102"/>
                      <a:gd name="csX10" fmla="*/ 4863830 w 4863830"/>
                      <a:gd name="csY10" fmla="*/ 712551 h 1425102"/>
                      <a:gd name="csX11" fmla="*/ 4863830 w 4863830"/>
                      <a:gd name="csY11" fmla="*/ 1187580 h 1425102"/>
                      <a:gd name="csX12" fmla="*/ 4626308 w 4863830"/>
                      <a:gd name="csY12" fmla="*/ 1425102 h 1425102"/>
                      <a:gd name="csX13" fmla="*/ 4087114 w 4863830"/>
                      <a:gd name="csY13" fmla="*/ 1425102 h 1425102"/>
                      <a:gd name="csX14" fmla="*/ 3504033 w 4863830"/>
                      <a:gd name="csY14" fmla="*/ 1425102 h 1425102"/>
                      <a:gd name="csX15" fmla="*/ 2877063 w 4863830"/>
                      <a:gd name="csY15" fmla="*/ 1425102 h 1425102"/>
                      <a:gd name="csX16" fmla="*/ 2337870 w 4863830"/>
                      <a:gd name="csY16" fmla="*/ 1425102 h 1425102"/>
                      <a:gd name="csX17" fmla="*/ 1623124 w 4863830"/>
                      <a:gd name="csY17" fmla="*/ 1425102 h 1425102"/>
                      <a:gd name="csX18" fmla="*/ 996155 w 4863830"/>
                      <a:gd name="csY18" fmla="*/ 1425102 h 1425102"/>
                      <a:gd name="csX19" fmla="*/ 237522 w 4863830"/>
                      <a:gd name="csY19" fmla="*/ 1425102 h 1425102"/>
                      <a:gd name="csX20" fmla="*/ 0 w 4863830"/>
                      <a:gd name="csY20" fmla="*/ 1187580 h 1425102"/>
                      <a:gd name="csX21" fmla="*/ 0 w 4863830"/>
                      <a:gd name="csY21" fmla="*/ 693550 h 1425102"/>
                      <a:gd name="csX22" fmla="*/ 0 w 4863830"/>
                      <a:gd name="csY22" fmla="*/ 237522 h 142510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</a:cxnLst>
                    <a:rect l="l" t="t" r="r" b="b"/>
                    <a:pathLst>
                      <a:path w="4863830" h="1425102" fill="none" extrusionOk="0">
                        <a:moveTo>
                          <a:pt x="0" y="237522"/>
                        </a:moveTo>
                        <a:cubicBezTo>
                          <a:pt x="-10487" y="105749"/>
                          <a:pt x="118933" y="10840"/>
                          <a:pt x="237522" y="0"/>
                        </a:cubicBezTo>
                        <a:cubicBezTo>
                          <a:pt x="502091" y="7137"/>
                          <a:pt x="618849" y="25678"/>
                          <a:pt x="864491" y="0"/>
                        </a:cubicBezTo>
                        <a:cubicBezTo>
                          <a:pt x="1110133" y="-25678"/>
                          <a:pt x="1244362" y="-2395"/>
                          <a:pt x="1403685" y="0"/>
                        </a:cubicBezTo>
                        <a:cubicBezTo>
                          <a:pt x="1563008" y="2395"/>
                          <a:pt x="1899285" y="20247"/>
                          <a:pt x="2074542" y="0"/>
                        </a:cubicBezTo>
                        <a:cubicBezTo>
                          <a:pt x="2249799" y="-20247"/>
                          <a:pt x="2457330" y="9039"/>
                          <a:pt x="2613736" y="0"/>
                        </a:cubicBezTo>
                        <a:cubicBezTo>
                          <a:pt x="2770142" y="-9039"/>
                          <a:pt x="3134218" y="-2542"/>
                          <a:pt x="3284593" y="0"/>
                        </a:cubicBezTo>
                        <a:cubicBezTo>
                          <a:pt x="3434968" y="2542"/>
                          <a:pt x="3610129" y="8840"/>
                          <a:pt x="3779899" y="0"/>
                        </a:cubicBezTo>
                        <a:cubicBezTo>
                          <a:pt x="3949669" y="-8840"/>
                          <a:pt x="4324366" y="-36206"/>
                          <a:pt x="4626308" y="0"/>
                        </a:cubicBezTo>
                        <a:cubicBezTo>
                          <a:pt x="4775707" y="16894"/>
                          <a:pt x="4890531" y="90377"/>
                          <a:pt x="4863830" y="237522"/>
                        </a:cubicBezTo>
                        <a:cubicBezTo>
                          <a:pt x="4860652" y="400829"/>
                          <a:pt x="4843691" y="490914"/>
                          <a:pt x="4863830" y="712551"/>
                        </a:cubicBezTo>
                        <a:cubicBezTo>
                          <a:pt x="4883969" y="934188"/>
                          <a:pt x="4863166" y="959564"/>
                          <a:pt x="4863830" y="1187580"/>
                        </a:cubicBezTo>
                        <a:cubicBezTo>
                          <a:pt x="4880853" y="1314254"/>
                          <a:pt x="4755907" y="1436053"/>
                          <a:pt x="4626308" y="1425102"/>
                        </a:cubicBezTo>
                        <a:cubicBezTo>
                          <a:pt x="4408002" y="1429786"/>
                          <a:pt x="4251914" y="1430471"/>
                          <a:pt x="4087114" y="1425102"/>
                        </a:cubicBezTo>
                        <a:cubicBezTo>
                          <a:pt x="3922314" y="1419733"/>
                          <a:pt x="3722971" y="1417319"/>
                          <a:pt x="3504033" y="1425102"/>
                        </a:cubicBezTo>
                        <a:cubicBezTo>
                          <a:pt x="3285095" y="1432885"/>
                          <a:pt x="3009540" y="1424330"/>
                          <a:pt x="2877063" y="1425102"/>
                        </a:cubicBezTo>
                        <a:cubicBezTo>
                          <a:pt x="2744586" y="1425875"/>
                          <a:pt x="2551510" y="1419760"/>
                          <a:pt x="2337870" y="1425102"/>
                        </a:cubicBezTo>
                        <a:cubicBezTo>
                          <a:pt x="2124230" y="1430444"/>
                          <a:pt x="1787029" y="1449389"/>
                          <a:pt x="1623124" y="1425102"/>
                        </a:cubicBezTo>
                        <a:cubicBezTo>
                          <a:pt x="1459219" y="1400815"/>
                          <a:pt x="1233167" y="1410292"/>
                          <a:pt x="996155" y="1425102"/>
                        </a:cubicBezTo>
                        <a:cubicBezTo>
                          <a:pt x="759143" y="1439912"/>
                          <a:pt x="487395" y="1394160"/>
                          <a:pt x="237522" y="1425102"/>
                        </a:cubicBezTo>
                        <a:cubicBezTo>
                          <a:pt x="91982" y="1408672"/>
                          <a:pt x="3779" y="1314671"/>
                          <a:pt x="0" y="1187580"/>
                        </a:cubicBezTo>
                        <a:cubicBezTo>
                          <a:pt x="16235" y="1007091"/>
                          <a:pt x="22562" y="938687"/>
                          <a:pt x="0" y="693550"/>
                        </a:cubicBezTo>
                        <a:cubicBezTo>
                          <a:pt x="-22562" y="448413"/>
                          <a:pt x="-4095" y="361935"/>
                          <a:pt x="0" y="237522"/>
                        </a:cubicBezTo>
                        <a:close/>
                      </a:path>
                      <a:path w="4863830" h="1425102" stroke="0" extrusionOk="0">
                        <a:moveTo>
                          <a:pt x="0" y="237522"/>
                        </a:moveTo>
                        <a:cubicBezTo>
                          <a:pt x="-21666" y="92978"/>
                          <a:pt x="83487" y="8578"/>
                          <a:pt x="237522" y="0"/>
                        </a:cubicBezTo>
                        <a:cubicBezTo>
                          <a:pt x="543524" y="-14728"/>
                          <a:pt x="779120" y="22643"/>
                          <a:pt x="952267" y="0"/>
                        </a:cubicBezTo>
                        <a:cubicBezTo>
                          <a:pt x="1125415" y="-22643"/>
                          <a:pt x="1248184" y="-6434"/>
                          <a:pt x="1535349" y="0"/>
                        </a:cubicBezTo>
                        <a:cubicBezTo>
                          <a:pt x="1822514" y="6434"/>
                          <a:pt x="1818671" y="-6420"/>
                          <a:pt x="2074542" y="0"/>
                        </a:cubicBezTo>
                        <a:cubicBezTo>
                          <a:pt x="2330413" y="6420"/>
                          <a:pt x="2456353" y="2437"/>
                          <a:pt x="2745400" y="0"/>
                        </a:cubicBezTo>
                        <a:cubicBezTo>
                          <a:pt x="3034447" y="-2437"/>
                          <a:pt x="3042311" y="1180"/>
                          <a:pt x="3328481" y="0"/>
                        </a:cubicBezTo>
                        <a:cubicBezTo>
                          <a:pt x="3614651" y="-1180"/>
                          <a:pt x="3795979" y="31755"/>
                          <a:pt x="4043226" y="0"/>
                        </a:cubicBezTo>
                        <a:cubicBezTo>
                          <a:pt x="4290473" y="-31755"/>
                          <a:pt x="4353845" y="-11696"/>
                          <a:pt x="4626308" y="0"/>
                        </a:cubicBezTo>
                        <a:cubicBezTo>
                          <a:pt x="4752776" y="7794"/>
                          <a:pt x="4847992" y="87972"/>
                          <a:pt x="4863830" y="237522"/>
                        </a:cubicBezTo>
                        <a:cubicBezTo>
                          <a:pt x="4868524" y="350180"/>
                          <a:pt x="4843280" y="594240"/>
                          <a:pt x="4863830" y="693550"/>
                        </a:cubicBezTo>
                        <a:cubicBezTo>
                          <a:pt x="4884380" y="792860"/>
                          <a:pt x="4843118" y="978889"/>
                          <a:pt x="4863830" y="1187580"/>
                        </a:cubicBezTo>
                        <a:cubicBezTo>
                          <a:pt x="4871417" y="1311263"/>
                          <a:pt x="4778086" y="1411820"/>
                          <a:pt x="4626308" y="1425102"/>
                        </a:cubicBezTo>
                        <a:cubicBezTo>
                          <a:pt x="4323091" y="1405161"/>
                          <a:pt x="4163205" y="1430564"/>
                          <a:pt x="3999339" y="1425102"/>
                        </a:cubicBezTo>
                        <a:cubicBezTo>
                          <a:pt x="3835473" y="1419640"/>
                          <a:pt x="3637513" y="1440842"/>
                          <a:pt x="3460145" y="1425102"/>
                        </a:cubicBezTo>
                        <a:cubicBezTo>
                          <a:pt x="3282777" y="1409362"/>
                          <a:pt x="2994624" y="1452773"/>
                          <a:pt x="2833175" y="1425102"/>
                        </a:cubicBezTo>
                        <a:cubicBezTo>
                          <a:pt x="2671726" y="1397432"/>
                          <a:pt x="2328177" y="1449328"/>
                          <a:pt x="2118430" y="1425102"/>
                        </a:cubicBezTo>
                        <a:cubicBezTo>
                          <a:pt x="1908684" y="1400876"/>
                          <a:pt x="1758147" y="1419303"/>
                          <a:pt x="1491461" y="1425102"/>
                        </a:cubicBezTo>
                        <a:cubicBezTo>
                          <a:pt x="1224775" y="1430901"/>
                          <a:pt x="1096377" y="1406013"/>
                          <a:pt x="996155" y="1425102"/>
                        </a:cubicBezTo>
                        <a:cubicBezTo>
                          <a:pt x="895933" y="1444191"/>
                          <a:pt x="545252" y="1398686"/>
                          <a:pt x="237522" y="1425102"/>
                        </a:cubicBezTo>
                        <a:cubicBezTo>
                          <a:pt x="113778" y="1420691"/>
                          <a:pt x="-13291" y="1339861"/>
                          <a:pt x="0" y="1187580"/>
                        </a:cubicBezTo>
                        <a:cubicBezTo>
                          <a:pt x="-19678" y="1025307"/>
                          <a:pt x="-7216" y="844288"/>
                          <a:pt x="0" y="722052"/>
                        </a:cubicBezTo>
                        <a:cubicBezTo>
                          <a:pt x="7216" y="599816"/>
                          <a:pt x="23929" y="367063"/>
                          <a:pt x="0" y="2375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E9D3FB2-5133-7312-0BE5-B5CD14FEF200}"/>
              </a:ext>
            </a:extLst>
          </p:cNvPr>
          <p:cNvSpPr/>
          <p:nvPr/>
        </p:nvSpPr>
        <p:spPr>
          <a:xfrm>
            <a:off x="2425532" y="2270752"/>
            <a:ext cx="951844" cy="671331"/>
          </a:xfrm>
          <a:prstGeom prst="roundRect">
            <a:avLst/>
          </a:prstGeom>
          <a:solidFill>
            <a:srgbClr val="E0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BFD286B-1263-281D-96EB-6D55CAB47225}"/>
              </a:ext>
            </a:extLst>
          </p:cNvPr>
          <p:cNvSpPr/>
          <p:nvPr/>
        </p:nvSpPr>
        <p:spPr>
          <a:xfrm>
            <a:off x="3609618" y="2270752"/>
            <a:ext cx="951844" cy="671331"/>
          </a:xfrm>
          <a:prstGeom prst="roundRect">
            <a:avLst/>
          </a:prstGeom>
          <a:solidFill>
            <a:srgbClr val="E0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74D5314-5714-56D6-DDB4-F28962731005}"/>
              </a:ext>
            </a:extLst>
          </p:cNvPr>
          <p:cNvSpPr/>
          <p:nvPr/>
        </p:nvSpPr>
        <p:spPr>
          <a:xfrm>
            <a:off x="4795229" y="2289155"/>
            <a:ext cx="951845" cy="671331"/>
          </a:xfrm>
          <a:prstGeom prst="roundRect">
            <a:avLst/>
          </a:prstGeom>
          <a:solidFill>
            <a:srgbClr val="E0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D43BA75-8700-B9D3-5BCB-8F84D622495C}"/>
              </a:ext>
            </a:extLst>
          </p:cNvPr>
          <p:cNvSpPr/>
          <p:nvPr/>
        </p:nvSpPr>
        <p:spPr>
          <a:xfrm>
            <a:off x="5976179" y="2298100"/>
            <a:ext cx="951845" cy="671331"/>
          </a:xfrm>
          <a:prstGeom prst="roundRect">
            <a:avLst/>
          </a:prstGeom>
          <a:solidFill>
            <a:srgbClr val="E0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1A11067-B2F4-69F7-3642-C662F95FE112}"/>
              </a:ext>
            </a:extLst>
          </p:cNvPr>
          <p:cNvSpPr/>
          <p:nvPr/>
        </p:nvSpPr>
        <p:spPr>
          <a:xfrm>
            <a:off x="7283023" y="2256755"/>
            <a:ext cx="951844" cy="671331"/>
          </a:xfrm>
          <a:prstGeom prst="roundRect">
            <a:avLst/>
          </a:prstGeom>
          <a:solidFill>
            <a:srgbClr val="FFF1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MLFlow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4FF0847-126C-DCCA-0292-CB9D64A20358}"/>
              </a:ext>
            </a:extLst>
          </p:cNvPr>
          <p:cNvSpPr/>
          <p:nvPr/>
        </p:nvSpPr>
        <p:spPr>
          <a:xfrm>
            <a:off x="4795230" y="3385329"/>
            <a:ext cx="951844" cy="671331"/>
          </a:xfrm>
          <a:prstGeom prst="roundRect">
            <a:avLst/>
          </a:prstGeom>
          <a:solidFill>
            <a:srgbClr val="FFF1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FB3FD12-87E8-CAE3-E8B2-B4BAFFF76548}"/>
              </a:ext>
            </a:extLst>
          </p:cNvPr>
          <p:cNvSpPr/>
          <p:nvPr/>
        </p:nvSpPr>
        <p:spPr>
          <a:xfrm>
            <a:off x="5979846" y="3385330"/>
            <a:ext cx="951844" cy="671331"/>
          </a:xfrm>
          <a:prstGeom prst="roundRect">
            <a:avLst/>
          </a:prstGeom>
          <a:solidFill>
            <a:srgbClr val="FFF1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Explicit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02299D-15B3-219A-57AC-3BFEB6D4F78E}"/>
              </a:ext>
            </a:extLst>
          </p:cNvPr>
          <p:cNvSpPr/>
          <p:nvPr/>
        </p:nvSpPr>
        <p:spPr>
          <a:xfrm>
            <a:off x="8507491" y="3385327"/>
            <a:ext cx="951844" cy="671331"/>
          </a:xfrm>
          <a:prstGeom prst="roundRect">
            <a:avLst/>
          </a:prstGeom>
          <a:solidFill>
            <a:srgbClr val="FFF1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093A4E4-6E86-DF3A-A1CD-D74C4F6AEECC}"/>
              </a:ext>
            </a:extLst>
          </p:cNvPr>
          <p:cNvSpPr/>
          <p:nvPr/>
        </p:nvSpPr>
        <p:spPr>
          <a:xfrm>
            <a:off x="7283023" y="3385328"/>
            <a:ext cx="951844" cy="671331"/>
          </a:xfrm>
          <a:prstGeom prst="roundRect">
            <a:avLst/>
          </a:prstGeom>
          <a:solidFill>
            <a:srgbClr val="FFF1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Episodic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E3FFDB2-D85F-0954-89A1-91692FD60C04}"/>
              </a:ext>
            </a:extLst>
          </p:cNvPr>
          <p:cNvSpPr/>
          <p:nvPr/>
        </p:nvSpPr>
        <p:spPr>
          <a:xfrm>
            <a:off x="2433954" y="3421086"/>
            <a:ext cx="951844" cy="671331"/>
          </a:xfrm>
          <a:prstGeom prst="roundRect">
            <a:avLst/>
          </a:prstGeom>
          <a:solidFill>
            <a:srgbClr val="FFF1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3A65E8C-91D8-53F2-0A46-564ACBE0F788}"/>
              </a:ext>
            </a:extLst>
          </p:cNvPr>
          <p:cNvSpPr/>
          <p:nvPr/>
        </p:nvSpPr>
        <p:spPr>
          <a:xfrm>
            <a:off x="3609618" y="3393612"/>
            <a:ext cx="951844" cy="671331"/>
          </a:xfrm>
          <a:prstGeom prst="roundRect">
            <a:avLst/>
          </a:prstGeom>
          <a:solidFill>
            <a:srgbClr val="FFF1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Executable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E978B4E-FB6D-F767-B233-D06141294E52}"/>
              </a:ext>
            </a:extLst>
          </p:cNvPr>
          <p:cNvSpPr/>
          <p:nvPr/>
        </p:nvSpPr>
        <p:spPr>
          <a:xfrm>
            <a:off x="8507491" y="2284393"/>
            <a:ext cx="951844" cy="671331"/>
          </a:xfrm>
          <a:prstGeom prst="roundRect">
            <a:avLst/>
          </a:prstGeom>
          <a:solidFill>
            <a:srgbClr val="E0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DSAgt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A25FE33-68A0-B89E-EE9C-E20D93722FB3}"/>
              </a:ext>
            </a:extLst>
          </p:cNvPr>
          <p:cNvSpPr/>
          <p:nvPr/>
        </p:nvSpPr>
        <p:spPr>
          <a:xfrm>
            <a:off x="2425533" y="4624388"/>
            <a:ext cx="7033802" cy="671331"/>
          </a:xfrm>
          <a:prstGeom prst="roundRect">
            <a:avLst/>
          </a:prstGeom>
          <a:solidFill>
            <a:srgbClr val="FFF1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Vector Database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70D8153-4F25-EAFC-FE48-AE3035A54855}"/>
              </a:ext>
            </a:extLst>
          </p:cNvPr>
          <p:cNvSpPr/>
          <p:nvPr/>
        </p:nvSpPr>
        <p:spPr>
          <a:xfrm>
            <a:off x="4196596" y="984679"/>
            <a:ext cx="951844" cy="671331"/>
          </a:xfrm>
          <a:prstGeom prst="roundRect">
            <a:avLst/>
          </a:prstGeom>
          <a:solidFill>
            <a:srgbClr val="E1E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8205EAB-27E0-845B-06C8-1D25F211DD07}"/>
              </a:ext>
            </a:extLst>
          </p:cNvPr>
          <p:cNvSpPr/>
          <p:nvPr/>
        </p:nvSpPr>
        <p:spPr>
          <a:xfrm>
            <a:off x="5976180" y="984679"/>
            <a:ext cx="951844" cy="671331"/>
          </a:xfrm>
          <a:prstGeom prst="roundRect">
            <a:avLst/>
          </a:prstGeom>
          <a:solidFill>
            <a:srgbClr val="E1E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F760DF2-7FE8-1308-F0E1-774D1C2878C8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>
            <a:off x="4672518" y="1656010"/>
            <a:ext cx="1" cy="357616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C1A6A0F-F6A3-CD9C-CEBB-D7F5A8F95B4A}"/>
              </a:ext>
            </a:extLst>
          </p:cNvPr>
          <p:cNvCxnSpPr>
            <a:cxnSpLocks/>
            <a:stCxn id="9" idx="2"/>
            <a:endCxn id="20" idx="0"/>
          </p:cNvCxnSpPr>
          <p:nvPr/>
        </p:nvCxnSpPr>
        <p:spPr>
          <a:xfrm>
            <a:off x="2901454" y="2942083"/>
            <a:ext cx="8422" cy="479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DFEE405-10C0-FF1B-C563-A8412208DC11}"/>
              </a:ext>
            </a:extLst>
          </p:cNvPr>
          <p:cNvCxnSpPr>
            <a:cxnSpLocks/>
            <a:stCxn id="11" idx="2"/>
            <a:endCxn id="21" idx="0"/>
          </p:cNvCxnSpPr>
          <p:nvPr/>
        </p:nvCxnSpPr>
        <p:spPr>
          <a:xfrm>
            <a:off x="4085540" y="2942083"/>
            <a:ext cx="0" cy="451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FEAA3EB-6152-2F72-F5BC-A1A3FBE45F15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5271152" y="2960486"/>
            <a:ext cx="0" cy="424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770F248-56CB-9C40-D157-61D2793A5D87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>
            <a:off x="6452102" y="2969431"/>
            <a:ext cx="3666" cy="415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C9708C9-F0CB-7B3E-2CE0-3CF4802BDDDE}"/>
              </a:ext>
            </a:extLst>
          </p:cNvPr>
          <p:cNvCxnSpPr>
            <a:cxnSpLocks/>
            <a:stCxn id="15" idx="2"/>
            <a:endCxn id="19" idx="0"/>
          </p:cNvCxnSpPr>
          <p:nvPr/>
        </p:nvCxnSpPr>
        <p:spPr>
          <a:xfrm>
            <a:off x="7758945" y="2928086"/>
            <a:ext cx="0" cy="457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14397DD-52A7-EBC2-F474-A5798FA9ABF6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5148440" y="1320345"/>
            <a:ext cx="8277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6AA8EC5D-F597-4F48-ED45-ED34FD79A27F}"/>
              </a:ext>
            </a:extLst>
          </p:cNvPr>
          <p:cNvCxnSpPr>
            <a:cxnSpLocks/>
            <a:stCxn id="24" idx="0"/>
            <a:endCxn id="22" idx="0"/>
          </p:cNvCxnSpPr>
          <p:nvPr/>
        </p:nvCxnSpPr>
        <p:spPr>
          <a:xfrm rot="16200000" flipH="1">
            <a:off x="6178108" y="-520911"/>
            <a:ext cx="1299714" cy="4310895"/>
          </a:xfrm>
          <a:prstGeom prst="bentConnector3">
            <a:avLst>
              <a:gd name="adj1" fmla="val -17588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615CB14-CA00-844D-509F-3C414842B84B}"/>
              </a:ext>
            </a:extLst>
          </p:cNvPr>
          <p:cNvCxnSpPr>
            <a:cxnSpLocks/>
            <a:stCxn id="22" idx="2"/>
            <a:endCxn id="18" idx="0"/>
          </p:cNvCxnSpPr>
          <p:nvPr/>
        </p:nvCxnSpPr>
        <p:spPr>
          <a:xfrm>
            <a:off x="8983413" y="2955724"/>
            <a:ext cx="0" cy="429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8FE39A1-7C2F-160D-A4DD-136D1D62C38D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010399" y="2592421"/>
            <a:ext cx="2726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A348CDE-DBEB-D1C5-4C5A-34E46E0EDD0A}"/>
              </a:ext>
            </a:extLst>
          </p:cNvPr>
          <p:cNvCxnSpPr>
            <a:endCxn id="15" idx="0"/>
          </p:cNvCxnSpPr>
          <p:nvPr/>
        </p:nvCxnSpPr>
        <p:spPr>
          <a:xfrm>
            <a:off x="7758945" y="739302"/>
            <a:ext cx="0" cy="1517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2BBC2AC4-8A0A-9E9E-B7B5-D48E6A5C4A9E}"/>
              </a:ext>
            </a:extLst>
          </p:cNvPr>
          <p:cNvSpPr txBox="1"/>
          <p:nvPr/>
        </p:nvSpPr>
        <p:spPr>
          <a:xfrm>
            <a:off x="4172700" y="4024418"/>
            <a:ext cx="1428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Dir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0B8B5632-5ADA-54A2-EF5B-D4B1F445D14A}"/>
              </a:ext>
            </a:extLst>
          </p:cNvPr>
          <p:cNvSpPr/>
          <p:nvPr/>
        </p:nvSpPr>
        <p:spPr>
          <a:xfrm>
            <a:off x="1244582" y="3421085"/>
            <a:ext cx="951844" cy="671331"/>
          </a:xfrm>
          <a:prstGeom prst="roundRect">
            <a:avLst/>
          </a:prstGeom>
          <a:solidFill>
            <a:srgbClr val="FFF1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Skills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73C8C0D-7E93-F16E-5309-BDD7937284A3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2909876" y="4092417"/>
            <a:ext cx="0" cy="531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C4F95D5E-9D21-34CD-1684-1ECE573748BA}"/>
              </a:ext>
            </a:extLst>
          </p:cNvPr>
          <p:cNvCxnSpPr>
            <a:cxnSpLocks/>
          </p:cNvCxnSpPr>
          <p:nvPr/>
        </p:nvCxnSpPr>
        <p:spPr>
          <a:xfrm>
            <a:off x="4085540" y="4092417"/>
            <a:ext cx="0" cy="531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47F1CC6-D41B-5089-B252-74B6E9C0D24B}"/>
              </a:ext>
            </a:extLst>
          </p:cNvPr>
          <p:cNvCxnSpPr>
            <a:cxnSpLocks/>
          </p:cNvCxnSpPr>
          <p:nvPr/>
        </p:nvCxnSpPr>
        <p:spPr>
          <a:xfrm>
            <a:off x="5285427" y="4064943"/>
            <a:ext cx="0" cy="531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0966D8C-FEEB-2D93-649E-5C7ED91777E9}"/>
              </a:ext>
            </a:extLst>
          </p:cNvPr>
          <p:cNvCxnSpPr>
            <a:cxnSpLocks/>
          </p:cNvCxnSpPr>
          <p:nvPr/>
        </p:nvCxnSpPr>
        <p:spPr>
          <a:xfrm>
            <a:off x="7758945" y="4092417"/>
            <a:ext cx="0" cy="531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78C2768-3567-5C99-7E95-B759A592945E}"/>
              </a:ext>
            </a:extLst>
          </p:cNvPr>
          <p:cNvCxnSpPr>
            <a:cxnSpLocks/>
          </p:cNvCxnSpPr>
          <p:nvPr/>
        </p:nvCxnSpPr>
        <p:spPr>
          <a:xfrm>
            <a:off x="6452101" y="4064943"/>
            <a:ext cx="0" cy="531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B569B85-AE6F-098E-1FF3-4B750396357C}"/>
              </a:ext>
            </a:extLst>
          </p:cNvPr>
          <p:cNvCxnSpPr>
            <a:cxnSpLocks/>
          </p:cNvCxnSpPr>
          <p:nvPr/>
        </p:nvCxnSpPr>
        <p:spPr>
          <a:xfrm>
            <a:off x="8991204" y="4087635"/>
            <a:ext cx="0" cy="531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CB226203-DB7F-A6BE-B4FE-82F5F242825B}"/>
              </a:ext>
            </a:extLst>
          </p:cNvPr>
          <p:cNvCxnSpPr>
            <a:cxnSpLocks/>
            <a:stCxn id="24" idx="1"/>
            <a:endCxn id="109" idx="0"/>
          </p:cNvCxnSpPr>
          <p:nvPr/>
        </p:nvCxnSpPr>
        <p:spPr>
          <a:xfrm rot="10800000" flipV="1">
            <a:off x="1720504" y="1320345"/>
            <a:ext cx="2476092" cy="210074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2A9E3D5F-723E-30C7-A18E-E08CAF85E91B}"/>
              </a:ext>
            </a:extLst>
          </p:cNvPr>
          <p:cNvCxnSpPr>
            <a:cxnSpLocks/>
            <a:stCxn id="20" idx="1"/>
            <a:endCxn id="109" idx="3"/>
          </p:cNvCxnSpPr>
          <p:nvPr/>
        </p:nvCxnSpPr>
        <p:spPr>
          <a:xfrm flipH="1" flipV="1">
            <a:off x="2196426" y="3756751"/>
            <a:ext cx="23752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060B27A1-9858-BAD9-9093-89E80EB0574F}"/>
              </a:ext>
            </a:extLst>
          </p:cNvPr>
          <p:cNvSpPr txBox="1"/>
          <p:nvPr/>
        </p:nvSpPr>
        <p:spPr>
          <a:xfrm>
            <a:off x="4300458" y="1991924"/>
            <a:ext cx="1428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Tools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927E4E3-996B-5131-9E95-C041193631F8}"/>
              </a:ext>
            </a:extLst>
          </p:cNvPr>
          <p:cNvGrpSpPr/>
          <p:nvPr/>
        </p:nvGrpSpPr>
        <p:grpSpPr>
          <a:xfrm>
            <a:off x="524404" y="713911"/>
            <a:ext cx="1092238" cy="1299715"/>
            <a:chOff x="152344" y="246983"/>
            <a:chExt cx="1092238" cy="1299715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1AD6B018-6FD1-84EC-6154-EBA560E39832}"/>
                </a:ext>
              </a:extLst>
            </p:cNvPr>
            <p:cNvSpPr/>
            <p:nvPr/>
          </p:nvSpPr>
          <p:spPr>
            <a:xfrm>
              <a:off x="152344" y="246983"/>
              <a:ext cx="1092238" cy="129971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863830"/>
                        <a:gd name="csY0" fmla="*/ 237522 h 1425102"/>
                        <a:gd name="csX1" fmla="*/ 237522 w 4863830"/>
                        <a:gd name="csY1" fmla="*/ 0 h 1425102"/>
                        <a:gd name="csX2" fmla="*/ 864491 w 4863830"/>
                        <a:gd name="csY2" fmla="*/ 0 h 1425102"/>
                        <a:gd name="csX3" fmla="*/ 1403685 w 4863830"/>
                        <a:gd name="csY3" fmla="*/ 0 h 1425102"/>
                        <a:gd name="csX4" fmla="*/ 2074542 w 4863830"/>
                        <a:gd name="csY4" fmla="*/ 0 h 1425102"/>
                        <a:gd name="csX5" fmla="*/ 2613736 w 4863830"/>
                        <a:gd name="csY5" fmla="*/ 0 h 1425102"/>
                        <a:gd name="csX6" fmla="*/ 3284593 w 4863830"/>
                        <a:gd name="csY6" fmla="*/ 0 h 1425102"/>
                        <a:gd name="csX7" fmla="*/ 3779899 w 4863830"/>
                        <a:gd name="csY7" fmla="*/ 0 h 1425102"/>
                        <a:gd name="csX8" fmla="*/ 4626308 w 4863830"/>
                        <a:gd name="csY8" fmla="*/ 0 h 1425102"/>
                        <a:gd name="csX9" fmla="*/ 4863830 w 4863830"/>
                        <a:gd name="csY9" fmla="*/ 237522 h 1425102"/>
                        <a:gd name="csX10" fmla="*/ 4863830 w 4863830"/>
                        <a:gd name="csY10" fmla="*/ 712551 h 1425102"/>
                        <a:gd name="csX11" fmla="*/ 4863830 w 4863830"/>
                        <a:gd name="csY11" fmla="*/ 1187580 h 1425102"/>
                        <a:gd name="csX12" fmla="*/ 4626308 w 4863830"/>
                        <a:gd name="csY12" fmla="*/ 1425102 h 1425102"/>
                        <a:gd name="csX13" fmla="*/ 4087114 w 4863830"/>
                        <a:gd name="csY13" fmla="*/ 1425102 h 1425102"/>
                        <a:gd name="csX14" fmla="*/ 3504033 w 4863830"/>
                        <a:gd name="csY14" fmla="*/ 1425102 h 1425102"/>
                        <a:gd name="csX15" fmla="*/ 2877063 w 4863830"/>
                        <a:gd name="csY15" fmla="*/ 1425102 h 1425102"/>
                        <a:gd name="csX16" fmla="*/ 2337870 w 4863830"/>
                        <a:gd name="csY16" fmla="*/ 1425102 h 1425102"/>
                        <a:gd name="csX17" fmla="*/ 1623124 w 4863830"/>
                        <a:gd name="csY17" fmla="*/ 1425102 h 1425102"/>
                        <a:gd name="csX18" fmla="*/ 996155 w 4863830"/>
                        <a:gd name="csY18" fmla="*/ 1425102 h 1425102"/>
                        <a:gd name="csX19" fmla="*/ 237522 w 4863830"/>
                        <a:gd name="csY19" fmla="*/ 1425102 h 1425102"/>
                        <a:gd name="csX20" fmla="*/ 0 w 4863830"/>
                        <a:gd name="csY20" fmla="*/ 1187580 h 1425102"/>
                        <a:gd name="csX21" fmla="*/ 0 w 4863830"/>
                        <a:gd name="csY21" fmla="*/ 693550 h 1425102"/>
                        <a:gd name="csX22" fmla="*/ 0 w 4863830"/>
                        <a:gd name="csY22" fmla="*/ 237522 h 142510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</a:cxnLst>
                      <a:rect l="l" t="t" r="r" b="b"/>
                      <a:pathLst>
                        <a:path w="4863830" h="1425102" fill="none" extrusionOk="0">
                          <a:moveTo>
                            <a:pt x="0" y="237522"/>
                          </a:moveTo>
                          <a:cubicBezTo>
                            <a:pt x="-10487" y="105749"/>
                            <a:pt x="118933" y="10840"/>
                            <a:pt x="237522" y="0"/>
                          </a:cubicBezTo>
                          <a:cubicBezTo>
                            <a:pt x="502091" y="7137"/>
                            <a:pt x="618849" y="25678"/>
                            <a:pt x="864491" y="0"/>
                          </a:cubicBezTo>
                          <a:cubicBezTo>
                            <a:pt x="1110133" y="-25678"/>
                            <a:pt x="1244362" y="-2395"/>
                            <a:pt x="1403685" y="0"/>
                          </a:cubicBezTo>
                          <a:cubicBezTo>
                            <a:pt x="1563008" y="2395"/>
                            <a:pt x="1899285" y="20247"/>
                            <a:pt x="2074542" y="0"/>
                          </a:cubicBezTo>
                          <a:cubicBezTo>
                            <a:pt x="2249799" y="-20247"/>
                            <a:pt x="2457330" y="9039"/>
                            <a:pt x="2613736" y="0"/>
                          </a:cubicBezTo>
                          <a:cubicBezTo>
                            <a:pt x="2770142" y="-9039"/>
                            <a:pt x="3134218" y="-2542"/>
                            <a:pt x="3284593" y="0"/>
                          </a:cubicBezTo>
                          <a:cubicBezTo>
                            <a:pt x="3434968" y="2542"/>
                            <a:pt x="3610129" y="8840"/>
                            <a:pt x="3779899" y="0"/>
                          </a:cubicBezTo>
                          <a:cubicBezTo>
                            <a:pt x="3949669" y="-8840"/>
                            <a:pt x="4324366" y="-36206"/>
                            <a:pt x="4626308" y="0"/>
                          </a:cubicBezTo>
                          <a:cubicBezTo>
                            <a:pt x="4775707" y="16894"/>
                            <a:pt x="4890531" y="90377"/>
                            <a:pt x="4863830" y="237522"/>
                          </a:cubicBezTo>
                          <a:cubicBezTo>
                            <a:pt x="4860652" y="400829"/>
                            <a:pt x="4843691" y="490914"/>
                            <a:pt x="4863830" y="712551"/>
                          </a:cubicBezTo>
                          <a:cubicBezTo>
                            <a:pt x="4883969" y="934188"/>
                            <a:pt x="4863166" y="959564"/>
                            <a:pt x="4863830" y="1187580"/>
                          </a:cubicBezTo>
                          <a:cubicBezTo>
                            <a:pt x="4880853" y="1314254"/>
                            <a:pt x="4755907" y="1436053"/>
                            <a:pt x="4626308" y="1425102"/>
                          </a:cubicBezTo>
                          <a:cubicBezTo>
                            <a:pt x="4408002" y="1429786"/>
                            <a:pt x="4251914" y="1430471"/>
                            <a:pt x="4087114" y="1425102"/>
                          </a:cubicBezTo>
                          <a:cubicBezTo>
                            <a:pt x="3922314" y="1419733"/>
                            <a:pt x="3722971" y="1417319"/>
                            <a:pt x="3504033" y="1425102"/>
                          </a:cubicBezTo>
                          <a:cubicBezTo>
                            <a:pt x="3285095" y="1432885"/>
                            <a:pt x="3009540" y="1424330"/>
                            <a:pt x="2877063" y="1425102"/>
                          </a:cubicBezTo>
                          <a:cubicBezTo>
                            <a:pt x="2744586" y="1425875"/>
                            <a:pt x="2551510" y="1419760"/>
                            <a:pt x="2337870" y="1425102"/>
                          </a:cubicBezTo>
                          <a:cubicBezTo>
                            <a:pt x="2124230" y="1430444"/>
                            <a:pt x="1787029" y="1449389"/>
                            <a:pt x="1623124" y="1425102"/>
                          </a:cubicBezTo>
                          <a:cubicBezTo>
                            <a:pt x="1459219" y="1400815"/>
                            <a:pt x="1233167" y="1410292"/>
                            <a:pt x="996155" y="1425102"/>
                          </a:cubicBezTo>
                          <a:cubicBezTo>
                            <a:pt x="759143" y="1439912"/>
                            <a:pt x="487395" y="1394160"/>
                            <a:pt x="237522" y="1425102"/>
                          </a:cubicBezTo>
                          <a:cubicBezTo>
                            <a:pt x="91982" y="1408672"/>
                            <a:pt x="3779" y="1314671"/>
                            <a:pt x="0" y="1187580"/>
                          </a:cubicBezTo>
                          <a:cubicBezTo>
                            <a:pt x="16235" y="1007091"/>
                            <a:pt x="22562" y="938687"/>
                            <a:pt x="0" y="693550"/>
                          </a:cubicBezTo>
                          <a:cubicBezTo>
                            <a:pt x="-22562" y="448413"/>
                            <a:pt x="-4095" y="361935"/>
                            <a:pt x="0" y="237522"/>
                          </a:cubicBezTo>
                          <a:close/>
                        </a:path>
                        <a:path w="4863830" h="1425102" stroke="0" extrusionOk="0">
                          <a:moveTo>
                            <a:pt x="0" y="237522"/>
                          </a:moveTo>
                          <a:cubicBezTo>
                            <a:pt x="-21666" y="92978"/>
                            <a:pt x="83487" y="8578"/>
                            <a:pt x="237522" y="0"/>
                          </a:cubicBezTo>
                          <a:cubicBezTo>
                            <a:pt x="543524" y="-14728"/>
                            <a:pt x="779120" y="22643"/>
                            <a:pt x="952267" y="0"/>
                          </a:cubicBezTo>
                          <a:cubicBezTo>
                            <a:pt x="1125415" y="-22643"/>
                            <a:pt x="1248184" y="-6434"/>
                            <a:pt x="1535349" y="0"/>
                          </a:cubicBezTo>
                          <a:cubicBezTo>
                            <a:pt x="1822514" y="6434"/>
                            <a:pt x="1818671" y="-6420"/>
                            <a:pt x="2074542" y="0"/>
                          </a:cubicBezTo>
                          <a:cubicBezTo>
                            <a:pt x="2330413" y="6420"/>
                            <a:pt x="2456353" y="2437"/>
                            <a:pt x="2745400" y="0"/>
                          </a:cubicBezTo>
                          <a:cubicBezTo>
                            <a:pt x="3034447" y="-2437"/>
                            <a:pt x="3042311" y="1180"/>
                            <a:pt x="3328481" y="0"/>
                          </a:cubicBezTo>
                          <a:cubicBezTo>
                            <a:pt x="3614651" y="-1180"/>
                            <a:pt x="3795979" y="31755"/>
                            <a:pt x="4043226" y="0"/>
                          </a:cubicBezTo>
                          <a:cubicBezTo>
                            <a:pt x="4290473" y="-31755"/>
                            <a:pt x="4353845" y="-11696"/>
                            <a:pt x="4626308" y="0"/>
                          </a:cubicBezTo>
                          <a:cubicBezTo>
                            <a:pt x="4752776" y="7794"/>
                            <a:pt x="4847992" y="87972"/>
                            <a:pt x="4863830" y="237522"/>
                          </a:cubicBezTo>
                          <a:cubicBezTo>
                            <a:pt x="4868524" y="350180"/>
                            <a:pt x="4843280" y="594240"/>
                            <a:pt x="4863830" y="693550"/>
                          </a:cubicBezTo>
                          <a:cubicBezTo>
                            <a:pt x="4884380" y="792860"/>
                            <a:pt x="4843118" y="978889"/>
                            <a:pt x="4863830" y="1187580"/>
                          </a:cubicBezTo>
                          <a:cubicBezTo>
                            <a:pt x="4871417" y="1311263"/>
                            <a:pt x="4778086" y="1411820"/>
                            <a:pt x="4626308" y="1425102"/>
                          </a:cubicBezTo>
                          <a:cubicBezTo>
                            <a:pt x="4323091" y="1405161"/>
                            <a:pt x="4163205" y="1430564"/>
                            <a:pt x="3999339" y="1425102"/>
                          </a:cubicBezTo>
                          <a:cubicBezTo>
                            <a:pt x="3835473" y="1419640"/>
                            <a:pt x="3637513" y="1440842"/>
                            <a:pt x="3460145" y="1425102"/>
                          </a:cubicBezTo>
                          <a:cubicBezTo>
                            <a:pt x="3282777" y="1409362"/>
                            <a:pt x="2994624" y="1452773"/>
                            <a:pt x="2833175" y="1425102"/>
                          </a:cubicBezTo>
                          <a:cubicBezTo>
                            <a:pt x="2671726" y="1397432"/>
                            <a:pt x="2328177" y="1449328"/>
                            <a:pt x="2118430" y="1425102"/>
                          </a:cubicBezTo>
                          <a:cubicBezTo>
                            <a:pt x="1908684" y="1400876"/>
                            <a:pt x="1758147" y="1419303"/>
                            <a:pt x="1491461" y="1425102"/>
                          </a:cubicBezTo>
                          <a:cubicBezTo>
                            <a:pt x="1224775" y="1430901"/>
                            <a:pt x="1096377" y="1406013"/>
                            <a:pt x="996155" y="1425102"/>
                          </a:cubicBezTo>
                          <a:cubicBezTo>
                            <a:pt x="895933" y="1444191"/>
                            <a:pt x="545252" y="1398686"/>
                            <a:pt x="237522" y="1425102"/>
                          </a:cubicBezTo>
                          <a:cubicBezTo>
                            <a:pt x="113778" y="1420691"/>
                            <a:pt x="-13291" y="1339861"/>
                            <a:pt x="0" y="1187580"/>
                          </a:cubicBezTo>
                          <a:cubicBezTo>
                            <a:pt x="-19678" y="1025307"/>
                            <a:pt x="-7216" y="844288"/>
                            <a:pt x="0" y="722052"/>
                          </a:cubicBezTo>
                          <a:cubicBezTo>
                            <a:pt x="7216" y="599816"/>
                            <a:pt x="23929" y="367063"/>
                            <a:pt x="0" y="237522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ounded Rectangle 124">
              <a:extLst>
                <a:ext uri="{FF2B5EF4-FFF2-40B4-BE49-F238E27FC236}">
                  <a16:creationId xmlns:a16="http://schemas.microsoft.com/office/drawing/2014/main" id="{C365A323-58DB-2D1D-580D-A8812049AB86}"/>
                </a:ext>
              </a:extLst>
            </p:cNvPr>
            <p:cNvSpPr/>
            <p:nvPr/>
          </p:nvSpPr>
          <p:spPr>
            <a:xfrm>
              <a:off x="234138" y="787602"/>
              <a:ext cx="933177" cy="272713"/>
            </a:xfrm>
            <a:prstGeom prst="roundRect">
              <a:avLst/>
            </a:prstGeom>
            <a:solidFill>
              <a:srgbClr val="FFF1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Artifacts</a:t>
              </a:r>
            </a:p>
          </p:txBody>
        </p:sp>
        <p:sp>
          <p:nvSpPr>
            <p:cNvPr id="126" name="Rounded Rectangle 125">
              <a:extLst>
                <a:ext uri="{FF2B5EF4-FFF2-40B4-BE49-F238E27FC236}">
                  <a16:creationId xmlns:a16="http://schemas.microsoft.com/office/drawing/2014/main" id="{B2B9404C-FB06-6EC5-E604-1EE3B367B814}"/>
                </a:ext>
              </a:extLst>
            </p:cNvPr>
            <p:cNvSpPr/>
            <p:nvPr/>
          </p:nvSpPr>
          <p:spPr>
            <a:xfrm>
              <a:off x="234137" y="516835"/>
              <a:ext cx="933165" cy="222467"/>
            </a:xfrm>
            <a:prstGeom prst="roundRect">
              <a:avLst/>
            </a:prstGeom>
            <a:solidFill>
              <a:srgbClr val="E0FF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DSAgt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Rounded Rectangle 126">
              <a:extLst>
                <a:ext uri="{FF2B5EF4-FFF2-40B4-BE49-F238E27FC236}">
                  <a16:creationId xmlns:a16="http://schemas.microsoft.com/office/drawing/2014/main" id="{6B0E0D4B-52F0-B1AA-F588-D3A9DB85AB8A}"/>
                </a:ext>
              </a:extLst>
            </p:cNvPr>
            <p:cNvSpPr/>
            <p:nvPr/>
          </p:nvSpPr>
          <p:spPr>
            <a:xfrm>
              <a:off x="237211" y="1110279"/>
              <a:ext cx="951844" cy="272714"/>
            </a:xfrm>
            <a:prstGeom prst="roundRect">
              <a:avLst/>
            </a:prstGeom>
            <a:solidFill>
              <a:srgbClr val="E1E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External</a:t>
              </a: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07634958-8371-2D4E-4D54-4EF18DE76157}"/>
              </a:ext>
            </a:extLst>
          </p:cNvPr>
          <p:cNvSpPr txBox="1"/>
          <p:nvPr/>
        </p:nvSpPr>
        <p:spPr>
          <a:xfrm>
            <a:off x="663838" y="666169"/>
            <a:ext cx="1428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1033445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105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2855</TotalTime>
  <Words>36</Words>
  <Application>Microsoft Macintosh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Tuor, Aaron</dc:creator>
  <cp:lastModifiedBy>Tuor, Aaron</cp:lastModifiedBy>
  <cp:revision>2</cp:revision>
  <dcterms:created xsi:type="dcterms:W3CDTF">2026-06-24T20:27:25Z</dcterms:created>
  <dcterms:modified xsi:type="dcterms:W3CDTF">2026-06-26T20:02:28Z</dcterms:modified>
</cp:coreProperties>
</file>