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170432"/>
            <a:ext cx="292608" cy="237744"/>
          </a:xfrm>
          <a:prstGeom prst="roundRect">
            <a:avLst>
              <a:gd name="adj" fmla="val 25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1133856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000000"/>
                </a:solidFill>
              </a:rPr>
              <a:t>External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5960" y="1170432"/>
            <a:ext cx="292608" cy="237744"/>
          </a:xfrm>
          <a:prstGeom prst="roundRect">
            <a:avLst>
              <a:gd name="adj" fmla="val 25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13432" y="1133856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000000"/>
                </a:solidFill>
              </a:rPr>
              <a:t>DSAgt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94760" y="1170432"/>
            <a:ext cx="292608" cy="237744"/>
          </a:xfrm>
          <a:prstGeom prst="roundRect">
            <a:avLst>
              <a:gd name="adj" fmla="val 25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42232" y="1133856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000">
                <a:solidFill>
                  <a:srgbClr val="000000"/>
                </a:solidFill>
              </a:rPr>
              <a:t>DSAgt store / skill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47872" y="1856231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1">
                <a:solidFill>
                  <a:srgbClr val="000000"/>
                </a:solidFill>
                <a:latin typeface="Courier New"/>
              </a:rPr>
              <a:t>SkillRouter</a:t>
            </a:r>
          </a:p>
          <a:p>
            <a:pPr algn="ctr"/>
            <a:r>
              <a:rPr sz="900" b="0">
                <a:solidFill>
                  <a:srgbClr val="000000"/>
                </a:solidFill>
              </a:rPr>
              <a:t>search · keyword fallback · list_sources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24744" y="2962656"/>
            <a:ext cx="1188720" cy="685800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00" b="0">
                <a:solidFill>
                  <a:srgbClr val="000000"/>
                </a:solidFill>
              </a:rPr>
              <a:t>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" y="4709160"/>
            <a:ext cx="2432304" cy="777240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0">
                <a:solidFill>
                  <a:srgbClr val="000000"/>
                </a:solidFill>
              </a:rPr>
              <a:t>External Skills Repos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scientific · anthropic · antigravity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composio · genesis · any git URL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67912" y="4709160"/>
            <a:ext cx="2103120" cy="777240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100" b="1">
                <a:solidFill>
                  <a:srgbClr val="000000"/>
                </a:solidFill>
              </a:rPr>
              <a:t>Skills Corpus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federated across sources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searchable · not yet installed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4169663"/>
            <a:ext cx="2578608" cy="1481328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18288" bIns="18288"/>
          <a:lstStyle/>
          <a:p>
            <a:pPr algn="ctr"/>
            <a:r>
              <a:rPr sz="1100" b="1">
                <a:solidFill>
                  <a:srgbClr val="000000"/>
                </a:solidFill>
              </a:rPr>
              <a:t>Installed Skills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installed + created</a:t>
            </a:r>
          </a:p>
          <a:p>
            <a:pPr algn="ctr"/>
            <a:r>
              <a:rPr sz="850" b="0">
                <a:solidFill>
                  <a:srgbClr val="000000"/>
                </a:solidFill>
              </a:rPr>
              <a:t>.claude · .agents · .cline · .roo /skills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16368" y="5257800"/>
            <a:ext cx="1481328" cy="30175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900" b="0">
                <a:solidFill>
                  <a:srgbClr val="000000"/>
                </a:solidFill>
                <a:latin typeface="Courier New"/>
              </a:rPr>
              <a:t>skill-creator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700784" y="2221992"/>
            <a:ext cx="1847088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00784" y="2221992"/>
            <a:ext cx="0" cy="2487168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08760" y="1700784"/>
            <a:ext cx="201168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add_skill_source</a:t>
            </a:r>
          </a:p>
          <a:p>
            <a:pPr algn="ctr"/>
            <a:r>
              <a:rPr sz="950" i="1">
                <a:solidFill>
                  <a:srgbClr val="464646"/>
                </a:solidFill>
              </a:rPr>
              <a:t>list_skill_sources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19472" y="2587752"/>
            <a:ext cx="0" cy="2121408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0" y="3474720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i="1">
                <a:solidFill>
                  <a:srgbClr val="464646"/>
                </a:solidFill>
              </a:rPr>
              <a:t>search_skills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91072" y="2221992"/>
            <a:ext cx="1965959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57031" y="2221992"/>
            <a:ext cx="0" cy="1947671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172200" y="1874520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install_skill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4919472" y="1554480"/>
            <a:ext cx="0" cy="301751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19472" y="1554480"/>
            <a:ext cx="6199632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19104" y="1554480"/>
            <a:ext cx="0" cy="1408176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95160" y="1252728"/>
            <a:ext cx="20116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MCP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46336" y="4910328"/>
            <a:ext cx="1572768" cy="0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11119104" y="3648456"/>
            <a:ext cx="0" cy="1261872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281160" y="5010912"/>
            <a:ext cx="201168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i="1">
                <a:solidFill>
                  <a:srgbClr val="464646"/>
                </a:solidFill>
              </a:rPr>
              <a:t>auto-invoke</a:t>
            </a:r>
          </a:p>
          <a:p>
            <a:pPr algn="ctr"/>
            <a:r>
              <a:rPr sz="950" i="1">
                <a:solidFill>
                  <a:srgbClr val="464646"/>
                </a:solidFill>
              </a:rPr>
              <a:t>author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